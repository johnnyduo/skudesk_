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SKUdesk: one agent that finds the cheapest landed cost, prices a resale and checks arbitrage, only on identical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Evaluation file: eval/pairs.json, results eval/summary.json. Prices are asking prices from Google Shopping, not sold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57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754880"/>
            <a:ext cx="1060704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Team name: </a:t>
            </a:r>
            <a:r>
              <a:rPr sz="1700" b="0">
                <a:solidFill>
                  <a:srgbClr val="555B66"/>
                </a:solidFill>
                <a:latin typeface="Arial"/>
              </a:rPr>
              <a:t>SKUdesk</a:t>
            </a:r>
          </a:p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Team leader name: </a:t>
            </a:r>
            <a:r>
              <a:rPr sz="1700" b="0">
                <a:solidFill>
                  <a:srgbClr val="555B66"/>
                </a:solidFill>
                <a:latin typeface="Arial"/>
              </a:rPr>
              <a:t>Mr. Chonlarnatt Poonchattakarn</a:t>
            </a:r>
          </a:p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Team member: </a:t>
            </a:r>
            <a:r>
              <a:rPr sz="1700" b="0">
                <a:solidFill>
                  <a:srgbClr val="555B66"/>
                </a:solidFill>
                <a:latin typeface="Arial"/>
              </a:rPr>
              <a:t>Ms. Ploypitcha Boontavipitak</a:t>
            </a:r>
          </a:p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Problem statement: </a:t>
            </a:r>
            <a:r>
              <a:rPr sz="1700" b="0">
                <a:solidFill>
                  <a:srgbClr val="555B66"/>
                </a:solidFill>
                <a:latin typeface="Arial"/>
              </a:rPr>
              <a:t>Shoppers and small resellers cannot tell whether a cheaper listing is the identical product, so a “deal” is often a different model, a case or a clone. SKUdesk finds the cheapest landed cost, prices a resale and checks arbitrage only on provably identical products.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SKUdesk is one agent for three jobs: find the cheapest landed cost, price a resale, and check arbitrage.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It works only when two listings are the identical product. Gemini decides identity: it must quote the brand and model it relied on, and code checks those quotes are in the listing. A second Gemini step looks at the photo.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The answer is often “no”: no identical product, or no gap left after fees, returns and postage. That is the point. A wrong “yes” loses money.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The agent never spends money. Every buy is a proposal that a person approves. An approved resale can then be listed in Google Merchant Center by the owner.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Real services end to end: Google Shopping results, Gemini, Cloud Run, Firestore, Cloud Scheduler, Secret Manager and the Merchant API, live at skudesk.lol.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800"/>
              </a:spcAft>
            </a:pPr>
            <a:r>
              <a:rPr b="1" sz="2100">
                <a:solidFill>
                  <a:srgbClr val="000000"/>
                </a:solidFill>
                <a:latin typeface="Arial"/>
              </a:rPr>
              <a:t>•  How different is it? </a:t>
            </a:r>
            <a:r>
              <a:rPr sz="2100" b="0">
                <a:solidFill>
                  <a:srgbClr val="555B66"/>
                </a:solidFill>
                <a:latin typeface="Arial"/>
              </a:rPr>
              <a:t>Price trackers compare titles and show a “lowest price” that is often another model, an accessory or a clone. SKUdesk makes identity the first gate and shows every listing it turned down and why.</a:t>
            </a:r>
          </a:p>
          <a:p>
            <a:pPr algn="l">
              <a:spcAft>
                <a:spcPts val="1800"/>
              </a:spcAft>
            </a:pPr>
            <a:r>
              <a:rPr b="1" sz="2100">
                <a:solidFill>
                  <a:srgbClr val="000000"/>
                </a:solidFill>
                <a:latin typeface="Arial"/>
              </a:rPr>
              <a:t>•  How does it solve the problem? </a:t>
            </a:r>
            <a:r>
              <a:rPr sz="2100" b="0">
                <a:solidFill>
                  <a:srgbClr val="555B66"/>
                </a:solidFill>
                <a:latin typeface="Arial"/>
              </a:rPr>
              <a:t>A two-step identity check (text with quoted evidence, then the photo), a price-sanity filter for impossible prices, and a cost model in integer cents: landed cost, 13% marketplace fee, 2% returns reserve, outbound postage and a margin floor.</a:t>
            </a:r>
          </a:p>
          <a:p>
            <a:pPr algn="l">
              <a:spcAft>
                <a:spcPts val="1800"/>
              </a:spcAft>
            </a:pPr>
            <a:r>
              <a:rPr b="1" sz="2100">
                <a:solidFill>
                  <a:srgbClr val="000000"/>
                </a:solidFill>
                <a:latin typeface="Arial"/>
              </a:rPr>
              <a:t>•  USP </a:t>
            </a:r>
            <a:r>
              <a:rPr sz="2100" b="0">
                <a:solidFill>
                  <a:srgbClr val="555B66"/>
                </a:solidFill>
                <a:latin typeface="Arial"/>
              </a:rPr>
              <a:t>The honest “no”. 67 labelled product pairs ran against the real model with zero wrong matches, and a person approves every spend. A market view shows asks, four buyer policies’ bids and the spread, so the reason for a “no” is visible.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5778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Identity gate </a:t>
            </a:r>
            <a:r>
              <a:rPr sz="1700" b="0">
                <a:solidFill>
                  <a:srgbClr val="555B66"/>
                </a:solidFill>
                <a:latin typeface="Arial"/>
              </a:rPr>
              <a:t>Gemini quotes brand and model; code verifies the quotes and reads storage size and model tier itself.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Photo check </a:t>
            </a:r>
            <a:r>
              <a:rPr sz="1700" b="0">
                <a:solidFill>
                  <a:srgbClr val="555B66"/>
                </a:solidFill>
                <a:latin typeface="Arial"/>
              </a:rPr>
              <a:t>Gemini compares each matching photo with the requested product and can only take a match away.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Price sanity </a:t>
            </a:r>
            <a:r>
              <a:rPr sz="1700" b="0">
                <a:solidFill>
                  <a:srgbClr val="555B66"/>
                </a:solidFill>
                <a:latin typeface="Arial"/>
              </a:rPr>
              <a:t>Prices far below the median or recalled retail are set aside as bad data.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Economics </a:t>
            </a:r>
            <a:r>
              <a:rPr sz="1700" b="0">
                <a:solidFill>
                  <a:srgbClr val="555B66"/>
                </a:solidFill>
                <a:latin typeface="Arial"/>
              </a:rPr>
              <a:t>Landed cost, fees, returns, postage and margin floor, in integer cents.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Approval </a:t>
            </a:r>
            <a:r>
              <a:rPr sz="1700" b="0">
                <a:solidFill>
                  <a:srgbClr val="555B66"/>
                </a:solidFill>
                <a:latin typeface="Arial"/>
              </a:rPr>
              <a:t>Every buy is a proposal; only the requester or the owner decides.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Market page </a:t>
            </a:r>
            <a:r>
              <a:rPr sz="1700" b="0">
                <a:solidFill>
                  <a:srgbClr val="555B66"/>
                </a:solidFill>
                <a:latin typeface="Arial"/>
              </a:rPr>
              <a:t>Order book of identical asks, four buyer-policy bids, spread, history chart, 3D product view.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Watchlist and scheduler </a:t>
            </a:r>
            <a:r>
              <a:rPr sz="1700" b="0">
                <a:solidFill>
                  <a:srgbClr val="555B66"/>
                </a:solidFill>
                <a:latin typeface="Arial"/>
              </a:rPr>
              <a:t>Up to 12 products checked on a schedule, longest-waiting first.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Live agent view </a:t>
            </a:r>
            <a:r>
              <a:rPr sz="1700" b="0">
                <a:solidFill>
                  <a:srgbClr val="555B66"/>
                </a:solidFill>
                <a:latin typeface="Arial"/>
              </a:rPr>
              <a:t>A graph that lights up as the agent searches, judges, looks and prices.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Resale listings </a:t>
            </a:r>
            <a:r>
              <a:rPr sz="1700" b="0">
                <a:solidFill>
                  <a:srgbClr val="555B66"/>
                </a:solidFill>
                <a:latin typeface="Arial"/>
              </a:rPr>
              <a:t>Preview and send an approved resale to Google Merchant Center (owner only).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Owner controls </a:t>
            </a:r>
            <a:r>
              <a:rPr sz="1700" b="0">
                <a:solidFill>
                  <a:srgbClr val="555B66"/>
                </a:solidFill>
                <a:latin typeface="Arial"/>
              </a:rPr>
              <a:t>Per-buy limit, margin floor, kill switch, audit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Process flow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 Search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Google Shopping listings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48840" y="2606040"/>
            <a:ext cx="219456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68296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 Identity gate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Gemini quotes evidence, code verifies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5" y="2606040"/>
            <a:ext cx="219457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79392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 Photo check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Gemini looks at each photo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1031" y="2606040"/>
            <a:ext cx="219457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90488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 Price sanity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Impossible prices set aside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82127" y="2606040"/>
            <a:ext cx="219456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01583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 Economics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Landed cost, fees, margin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93224" y="2606040"/>
            <a:ext cx="219456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12680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 Proposal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Buy, or an honest “no”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4114800"/>
            <a:ext cx="2743200" cy="1097280"/>
          </a:xfrm>
          <a:prstGeom prst="roundRect">
            <a:avLst>
              <a:gd name="adj" fmla="val 12000"/>
            </a:avLst>
          </a:prstGeom>
          <a:solidFill>
            <a:srgbClr val="1E8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 person approves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Only the requester or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11480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Merchant Center listing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Owner previews, then sends the resale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669280" y="3291840"/>
            <a:ext cx="3840480" cy="82296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69280" y="4663440"/>
            <a:ext cx="731520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B66"/>
                </a:solidFill>
                <a:latin typeface="Arial"/>
              </a:rPr>
              <a:t>Nothing identical, or no gap after costs: the agent says no and shows what it turned down. The scheduler runs the same flow on the watchlist.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Architecture diagram of the 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Browser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Astro site, 3D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01168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Cloudflare edge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skudesk.lol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Cloud Run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Node agent, API, identity gate, scheduler endpoint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14600"/>
            <a:ext cx="457200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7760" y="2514600"/>
            <a:ext cx="457200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595360" y="1417320"/>
            <a:ext cx="3017520" cy="86868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Gemini API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Identity, photos, retail recall, note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1847088"/>
            <a:ext cx="822960" cy="667512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595360" y="2468880"/>
            <a:ext cx="3017520" cy="86868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Google Shopping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via SerpApi: live listings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514600"/>
            <a:ext cx="822960" cy="384048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595360" y="3520439"/>
            <a:ext cx="3017520" cy="86868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Merchant API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Resale listings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2514600"/>
            <a:ext cx="822960" cy="1435607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463040" y="457200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Firestore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Checks, history, proposals, audit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606040" y="3200400"/>
            <a:ext cx="3977640" cy="137160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931920" y="457200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Secret Manager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Keys and owner key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074920" y="3200400"/>
            <a:ext cx="1508760" cy="137160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0" y="457200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Cloud Scheduler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Scans the watchlist on a schedule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0" y="3200400"/>
            <a:ext cx="960120" cy="137160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B66"/>
                </a:solidFill>
                <a:latin typeface="Arial"/>
              </a:rPr>
              <a:t>The edge worker adds a shared secret so the service only answers traffic that came through it. The page content policy allows scripts from the site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Technologies used in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577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Google Cloud </a:t>
            </a:r>
            <a:r>
              <a:rPr sz="1900" b="0">
                <a:solidFill>
                  <a:srgbClr val="555B66"/>
                </a:solidFill>
                <a:latin typeface="Arial"/>
              </a:rPr>
              <a:t>Cloud Run, Firestore, Cloud Scheduler, Secret Manager, Merchant API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Gemini </a:t>
            </a:r>
            <a:r>
              <a:rPr sz="1900" b="0">
                <a:solidFill>
                  <a:srgbClr val="555B66"/>
                </a:solidFill>
                <a:latin typeface="Arial"/>
              </a:rPr>
              <a:t>Google Gen AI SDK: structured identity verdicts, image understanding, grounded retail recall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Google Shopping </a:t>
            </a:r>
            <a:r>
              <a:rPr sz="1900" b="0">
                <a:solidFill>
                  <a:srgbClr val="555B66"/>
                </a:solidFill>
                <a:latin typeface="Arial"/>
              </a:rPr>
              <a:t>Live listings through SerpApi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577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Backend </a:t>
            </a:r>
            <a:r>
              <a:rPr sz="1900" b="0">
                <a:solidFill>
                  <a:srgbClr val="555B66"/>
                </a:solidFill>
                <a:latin typeface="Arial"/>
              </a:rPr>
              <a:t>Node.js with native TypeScript, no framework, node:test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Frontend </a:t>
            </a:r>
            <a:r>
              <a:rPr sz="1900" b="0">
                <a:solidFill>
                  <a:srgbClr val="555B66"/>
                </a:solidFill>
                <a:latin typeface="Arial"/>
              </a:rPr>
              <a:t>Astro, vanilla TypeScript, WebGL 3D view, canvas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Quality </a:t>
            </a:r>
            <a:r>
              <a:rPr sz="1900" b="0">
                <a:solidFill>
                  <a:srgbClr val="555B66"/>
                </a:solidFill>
                <a:latin typeface="Arial"/>
              </a:rPr>
              <a:t>136 unit tests, 21 browser end-to-end tests (Playwright), a labelled evaluation set, a smoke test for the deployed service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market-p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63040"/>
            <a:ext cx="3657600" cy="2286000"/>
          </a:xfrm>
          <a:prstGeom prst="rect">
            <a:avLst/>
          </a:prstGeom>
        </p:spPr>
      </p:pic>
      <p:pic>
        <p:nvPicPr>
          <p:cNvPr id="5" name="Picture 4" descr="market-ferra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528" y="1463040"/>
            <a:ext cx="3657600" cy="2286000"/>
          </a:xfrm>
          <a:prstGeom prst="rect">
            <a:avLst/>
          </a:prstGeom>
        </p:spPr>
      </p:pic>
      <p:pic>
        <p:nvPicPr>
          <p:cNvPr id="6" name="Picture 5" descr="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7575" y="1463040"/>
            <a:ext cx="3657600" cy="2286000"/>
          </a:xfrm>
          <a:prstGeom prst="rect">
            <a:avLst/>
          </a:prstGeom>
        </p:spPr>
      </p:pic>
      <p:pic>
        <p:nvPicPr>
          <p:cNvPr id="7" name="Picture 6" descr="analy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931920"/>
            <a:ext cx="3657600" cy="2286000"/>
          </a:xfrm>
          <a:prstGeom prst="rect">
            <a:avLst/>
          </a:prstGeom>
        </p:spPr>
      </p:pic>
      <p:pic>
        <p:nvPicPr>
          <p:cNvPr id="8" name="Picture 7" descr="or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4528" y="3931920"/>
            <a:ext cx="3657600" cy="2286000"/>
          </a:xfrm>
          <a:prstGeom prst="rect">
            <a:avLst/>
          </a:prstGeom>
        </p:spPr>
      </p:pic>
      <p:pic>
        <p:nvPicPr>
          <p:cNvPr id="9" name="Picture 8" descr="listing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7575" y="3931920"/>
            <a:ext cx="36576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Market page (iPhone 16 Pro, LEGO Ferrari) · Resale listings · Run metrics · Landing · Approvals — live at skudesk.lol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67 </a:t>
            </a:r>
            <a:r>
              <a:rPr sz="1800" b="0">
                <a:solidFill>
                  <a:srgbClr val="555B66"/>
                </a:solidFill>
                <a:latin typeface="Arial"/>
              </a:rPr>
              <a:t>hand-labelled product pairs run against the real model: phones, LEGO sets, game consoles, accessories, clones, bundles, regional variants, injected instructions, Thai-language listings.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0 </a:t>
            </a:r>
            <a:r>
              <a:rPr sz="1800" b="0">
                <a:solidFill>
                  <a:srgbClr val="555B66"/>
                </a:solidFill>
                <a:latin typeface="Arial"/>
              </a:rPr>
              <a:t>wrong matches (a different product called identical).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0 </a:t>
            </a:r>
            <a:r>
              <a:rPr sz="1800" b="0">
                <a:solidFill>
                  <a:srgbClr val="555B66"/>
                </a:solidFill>
                <a:latin typeface="Arial"/>
              </a:rPr>
              <a:t>missed identical products.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64 of 67 </a:t>
            </a:r>
            <a:r>
              <a:rPr sz="1800" b="0">
                <a:solidFill>
                  <a:srgbClr val="555B66"/>
                </a:solidFill>
                <a:latin typeface="Arial"/>
              </a:rPr>
              <a:t>exact on the verdict; the other three are “not provable”, which is the safe side.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Live </a:t>
            </a:r>
            <a:r>
              <a:rPr sz="1800" b="0">
                <a:solidFill>
                  <a:srgbClr val="555B66"/>
                </a:solidFill>
                <a:latin typeface="Arial"/>
              </a:rPr>
              <a:t>Every check on the site adds to the run metrics: listings screened, passed as identical, bad prices set aside.</a:t>
            </a:r>
          </a:p>
        </p:txBody>
      </p:sp>
      <p:pic>
        <p:nvPicPr>
          <p:cNvPr id="5" name="Picture 4" descr="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Add eBay Browse as a second source (the adapter is built and joins when its key is added).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Sold-price data for resale pricing, in place of asking prices.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More categories beyond phones, devices and LEGO, each with its own identity rules and labelled pairs.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Seller-side agents that bid with their own cost models on the order book.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Alerts when a watched product opens a gap, with the approval link in the message.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Provide links to your: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2000">
                <a:solidFill>
                  <a:srgbClr val="000000"/>
                </a:solidFill>
                <a:latin typeface="Arial"/>
              </a:rPr>
              <a:t>•  GitHub public repository </a:t>
            </a:r>
            <a:r>
              <a:rPr sz="2000" b="0">
                <a:solidFill>
                  <a:srgbClr val="555B66"/>
                </a:solidFill>
                <a:latin typeface="Arial"/>
              </a:rPr>
              <a:t>https://github.com/johnnyduo/SKUdesk_</a:t>
            </a:r>
          </a:p>
          <a:p>
            <a:pPr algn="l">
              <a:spcAft>
                <a:spcPts val="1400"/>
              </a:spcAft>
            </a:pPr>
            <a:r>
              <a:rPr b="1" sz="2000">
                <a:solidFill>
                  <a:srgbClr val="000000"/>
                </a:solidFill>
                <a:latin typeface="Arial"/>
              </a:rPr>
              <a:t>•  Demo video link (3 minutes) </a:t>
            </a:r>
            <a:r>
              <a:rPr sz="2000" b="0">
                <a:solidFill>
                  <a:srgbClr val="555B66"/>
                </a:solidFill>
                <a:latin typeface="Arial"/>
              </a:rPr>
              <a:t>https://youtu.be/DgpX9r0xt9Y</a:t>
            </a:r>
          </a:p>
          <a:p>
            <a:pPr algn="l">
              <a:spcAft>
                <a:spcPts val="1400"/>
              </a:spcAft>
            </a:pPr>
            <a:r>
              <a:rPr b="1" sz="2000">
                <a:solidFill>
                  <a:srgbClr val="000000"/>
                </a:solidFill>
                <a:latin typeface="Arial"/>
              </a:rPr>
              <a:t>•  Final product link </a:t>
            </a:r>
            <a:r>
              <a:rPr sz="2000" b="0">
                <a:solidFill>
                  <a:srgbClr val="555B66"/>
                </a:solidFill>
                <a:latin typeface="Arial"/>
              </a:rPr>
              <a:t>https://skudesk.lol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